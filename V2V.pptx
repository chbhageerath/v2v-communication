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3" r:id="rId3"/>
    <p:sldId id="257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5" r:id="rId15"/>
    <p:sldId id="356" r:id="rId16"/>
    <p:sldId id="354" r:id="rId17"/>
    <p:sldId id="3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08799-5971-469E-B6BD-5EA248E22CB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47B18-9C65-409B-8C66-C5F268E71C4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509905" y="1052830"/>
            <a:ext cx="11094085" cy="307022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/>
                <a:cs typeface="Times New Roman" panose="02020603050405020304"/>
              </a:rPr>
              <a:t>Secure Optical V2V Communication using Lifi for Defence and Military Vehicles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dirty="0">
                <a:latin typeface="Times New Roman" panose="02020603050405020304"/>
                <a:cs typeface="Times New Roman" panose="02020603050405020304"/>
              </a:rPr>
              <a:t>Batch Number</a:t>
            </a:r>
            <a:r>
              <a:rPr lang="en-US" sz="1600" b="1" dirty="0">
                <a:latin typeface="Times New Roman" panose="02020603050405020304"/>
                <a:cs typeface="Times New Roman" panose="02020603050405020304"/>
              </a:rPr>
              <a:t> : </a:t>
            </a:r>
            <a:r>
              <a:rPr lang="en-US" sz="2000" b="1" dirty="0">
                <a:latin typeface="Times New Roman" panose="02020603050405020304"/>
                <a:cs typeface="Times New Roman" panose="02020603050405020304"/>
              </a:rPr>
              <a:t>7    </a:t>
            </a:r>
            <a:r>
              <a:rPr lang="en-US" sz="1600" b="1" dirty="0">
                <a:latin typeface="Times New Roman" panose="02020603050405020304"/>
                <a:cs typeface="Times New Roman" panose="02020603050405020304"/>
              </a:rPr>
              <a:t>IOT ALPHA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/>
            </a:br>
            <a:r>
              <a:rPr lang="en-US" sz="1800" dirty="0"/>
              <a:t> </a:t>
            </a:r>
            <a:endParaRPr lang="en-US" sz="1800" dirty="0"/>
          </a:p>
        </p:txBody>
      </p:sp>
      <p:sp>
        <p:nvSpPr>
          <p:cNvPr id="8" name="TextBox 7"/>
          <p:cNvSpPr txBox="1"/>
          <p:nvPr/>
        </p:nvSpPr>
        <p:spPr>
          <a:xfrm>
            <a:off x="240665" y="3181985"/>
            <a:ext cx="4853940" cy="3543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S.Sri Mani Chandra Reddy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(2411CS050083)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B.Srikar                              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(2411CS050077)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Ch.Bhageerath                   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(2411CS050079)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T.Rakesh                            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(2411CS050062)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M.Sai Darshan Reddy        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(2411CS050081)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A.Deepak                           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(2411CS050084)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M.Mani Ranga Reddy           -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(2411CS050027)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U.Avinash                             -  </a:t>
            </a:r>
            <a:r>
              <a:rPr 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(2411CS050087)</a:t>
            </a:r>
            <a:endParaRPr 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89425" y="5415280"/>
            <a:ext cx="58032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DR. Ome Nerella ( Associate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CSE-IOT)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1.jpe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53699" y="182879"/>
            <a:ext cx="10658476" cy="12881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3057" y="3072348"/>
            <a:ext cx="4098856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Year / Semester: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/ I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Branch / Section: CSE-IOT / Alpha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97" y="1454372"/>
            <a:ext cx="11701012" cy="509421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Vehicle-to-Vehicle (V2V) communication is an important technology for developing intelligent transportation systems, where vehicles exchange information with one another to improve road safety, traffic efficiency, and driving experience.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V2V communication technologies mainly depend on radio-frequency (RF) technologies such as Wi-Fi, Dedicated Short-Range Communication (DSRC), and cellular networks.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technologies can face challenges such as spectrum congestion, electromagnetic interference, limited bandwidth, and security concerns. To overcome some of these limitations,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Light Fidelity (Li-Fi)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as an alternative communication technology for vehicle-to-vehicle communication.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Li-Fi is a high-speed wireless communication technology that uses visible light, infrared light, or other optical sources to transmit data.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14605" y="-6350"/>
            <a:ext cx="3627120" cy="1069340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31775" y="172721"/>
            <a:ext cx="31025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  <a:endParaRPr lang="en-US" sz="4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Vehicle-to-Vehicle (V2V) communication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enables vehicles to exchange information directly with nearby vehicles using wireless communication technologies.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allows vehicles to share speed, position, direction, braking status, and road-safety information.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V2V communication is to improve road safety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by providing early warnings about dangerous situations.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Vehicles can notify nearby vehicles about sudden braking, collisions, obstacles, or hazardous road conditions.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V2V communication is an important component of Intelligent Transportation Systems (ITS)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connected-vehicle technology.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safer, smarter, and more efficient transportation by enabling vehicles to cooperate with each other.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entagon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54424" cy="1325563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INTRODUCTION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7892"/>
            <a:ext cx="10515600" cy="4579071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Early research focused on Vehicular Ad Hoc Networks (VANETs)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where vehicles communicate dynamically without permanent network connections.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studied routing, network topology, message broadcasting, and communication reliability in highly mobile environments.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DSRC and IEEE 802.11p became important technologies for early V2V safety applications.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Research demonstrated their potential for collision warnings, emergency braking alerts, traffic information, and cooperative driving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Visible Light Communication (VLC) and Li-Fi have emerged as alternative approaches for V2V communication.</a:t>
            </a:r>
            <a:r>
              <a:rPr lang="en-US" sz="2400"/>
              <a:t> </a:t>
            </a:r>
            <a:endParaRPr lang="en-US" sz="2400"/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Vehicle headlights and taillights can transmit data through rapidly modulated light signals to nearby vehicles.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entagon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5119255" cy="1232766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LITERATURE SURVEY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Existing System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Proposed Li-Fi V2V System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RF/cellular/DSRC technologies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visible light for communication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experience RF interference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low electromagnetic interference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require communication infrastructure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vehicle-to-vehicle communication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Network congestion can affect 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Dedicated optical communication channel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Radio communication can have broader coverage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Directional communication with line of sight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dependent on vehicle headlights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LED headlights/taillights as transmitters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Suitable for long-range communication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suited for short-range direct communication</a:t>
                      </a:r>
                      <a:endParaRPr lang="en-US"/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Different hardware infrastructure may be required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integrate with vehicle lighting systems</a:t>
                      </a:r>
                      <a:endParaRPr lang="en-US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Pentagon 4"/>
          <p:cNvSpPr>
            <a:spLocks noGrp="1"/>
          </p:cNvSpPr>
          <p:nvPr>
            <p:ph type="title"/>
          </p:nvPr>
        </p:nvSpPr>
        <p:spPr>
          <a:xfrm>
            <a:off x="847436" y="365125"/>
            <a:ext cx="4814455" cy="1325563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SYSTEM ANALYSIS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uses a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high-speed LED/headlight or taillight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to transmit digital information through visible light. 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LED rapidly changes its intensity according to the encoded data, which is not normally visible to the human eye.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photodiode or light sensor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receives the modulated light signal transmitted by another vehicle. 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received optical signal is converted into an electrical signal and forwarded to the microcontroller for decoding.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When an emergency message is received, the system provides an immediate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visual or audio warning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to the driver. </a:t>
            </a: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An LCD/display can show messages such as </a:t>
            </a:r>
            <a:r>
              <a:rPr lang="en-US" sz="2600" b="1">
                <a:latin typeface="Times New Roman" panose="02020603050405020304" pitchFamily="18" charset="0"/>
                <a:cs typeface="Times New Roman" panose="02020603050405020304" pitchFamily="18" charset="0"/>
              </a:rPr>
              <a:t>“BRAKE ALERT,” “DANGER AHEAD,” or “EMERGENCY VEHICLE.”</a:t>
            </a:r>
            <a:endParaRPr lang="en-US" sz="2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Pentagon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6218382" cy="1325563"/>
          </a:xfrm>
          <a:prstGeom prst="homePlate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MODULES DESCRIPTION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640"/>
          </a:xfrm>
        </p:spPr>
        <p:txBody>
          <a:bodyPr/>
          <a:p>
            <a:r>
              <a:rPr sz="3600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3. Architectural Design</a:t>
            </a:r>
            <a:endParaRPr lang="en-US" sz="3600" b="1" dirty="0">
              <a:solidFill>
                <a:srgbClr val="17365D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400"/>
            <a:ext cx="10515600" cy="5745480"/>
          </a:xfrm>
        </p:spPr>
        <p:txBody>
          <a:bodyPr>
            <a:normAutofit/>
          </a:bodyPr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3.1 Modules Design</a:t>
            </a:r>
            <a:endParaRPr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Vehicle Data Sensing Module</a:t>
            </a:r>
            <a:endParaRPr lang="en-US" altLang="en-US"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Collects vehicle status and movement information.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Components: ESP32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914400" lvl="2" indent="45720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MPU6050 accelerometer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914400" lvl="2" indent="45720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Wheel speed sensor 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Processing &amp; Decision Module</a:t>
            </a:r>
            <a:endParaRPr lang="en-US" altLang="en-US" sz="20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ESP32 processes the sensor information.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Functions: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45720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Read sensor values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45720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Determine whether normal braking or a possible collision has occurred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457200">
              <a:buNone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Create an emergency message such as: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457200">
              <a:buNone/>
            </a:pPr>
            <a:r>
              <a:rPr lang="en-US" altLang="en-US" sz="18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BRAKING,   ACCIDENT ALERT,  OBSTACLE ALERT</a:t>
            </a:r>
            <a:endParaRPr lang="en-US" altLang="en-US" sz="18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3215"/>
            <a:ext cx="10515600" cy="6381750"/>
          </a:xfrm>
        </p:spPr>
        <p:txBody>
          <a:bodyPr>
            <a:normAutofit fontScale="80000"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Module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Protects the V2V message before optical transmission.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approach: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AES-256 encryption implemented in software on the ESP32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separate hardware module is required for the prototype.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LiFi Transmitter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encrypted digital data into optical signals.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High-brightness LED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LiFi Receiver Module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optical signal from another vehicle.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Photodiode or phototransistor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LM358 op-amp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9625"/>
            <a:ext cx="10515600" cy="5367655"/>
          </a:xfrm>
        </p:spPr>
        <p:txBody>
          <a:bodyPr/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 &amp; Display Module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received warning to the driver/operator.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LCD/OLED display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Module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appropriate voltages to the electronics.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Battery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buck converter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Power switch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035"/>
          </a:xfrm>
        </p:spPr>
        <p:txBody>
          <a:bodyPr>
            <a:normAutofit fontScale="90000"/>
          </a:bodyPr>
          <a:p>
            <a:r>
              <a:rPr b="1" dirty="0">
                <a:solidFill>
                  <a:srgbClr val="17365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+mn-ea"/>
              </a:rPr>
              <a:t>3. </a:t>
            </a:r>
            <a:r>
              <a:rPr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Architectural Design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3945"/>
            <a:ext cx="10515600" cy="5093335"/>
          </a:xfrm>
        </p:spPr>
        <p:txBody>
          <a:bodyPr>
            <a:noAutofit/>
          </a:bodyPr>
          <a:p>
            <a:r>
              <a:rPr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+mn-ea"/>
              </a:rPr>
              <a:t>3.3 Project Architecture</a:t>
            </a:r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+mn-ea"/>
            </a:endParaRPr>
          </a:p>
          <a:p>
            <a:endParaRPr sz="1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Sensing Layer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ESP32 collects speed, acceleration and orientation data using the Hall-effect sensor and MPU6050.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ESP32 detects emergency conditions and generates a V2V warning message with vehicle and event information.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Communication Layer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is authenticated and encrypted using AES-256, then transmitted through a high-brightness LED using LiFi and received through a photodiode.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Alert Layer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receiving ESP32 verifies and decrypts the message, then displays the warning on the LCD/OLED and activates the buzzer.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395"/>
          </a:xfrm>
        </p:spPr>
        <p:txBody>
          <a:bodyPr/>
          <a:p>
            <a:r>
              <a:rPr lang="en-US" alt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Backend Integration &amp; Testing</a:t>
            </a:r>
            <a:endParaRPr lang="en-US" alt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52152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4.1 Backend Integration</a:t>
            </a: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Hardware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ESP32 is integrated with the MPU6050, Hall-effect speed sensor, LiFi transmitter, photodiode receiver, LCD</a:t>
            </a: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display and buzzer.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ESP32 processes vehicle data, encrypts emergency messages and transmits them through the  LED. The receiving ESP32 receives and decrypts the data.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AES-256 encryption, vehicle identification and sequence numbers are integrated into the communication process to protect messages from unauthorized access and replay.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Integration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received vehicle status and emergency alerts can be displayed locally on the LCD. For a prototype, the ESP32 acts as the main processing backend, so a separate cloud server is not mandatory.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574357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4.2 Testing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Sensor Testing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Hall-effect sensor and MPU6050 are tested under different vehicle speeds, acceleration and braking conditions to verify accurate detection.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LiFi Communication Testing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LED transmitter and photodiode receiver are tested at different distances and alignment conditions to verify reliable optical data transmission.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Testing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Encrypted messages are checked to ensure that the original vehicle information cannot be directly interpreted without the correct key.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Testing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Invalid or modified messages are rejected by the receiving ESP32.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Testing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 emergency condition is generated in Vehicle 1 and the complete process is tested: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Sensor → ESP32 → Encryption → LiFi → Photodiode → ESP32 → Decryption → Alert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evaluated for communication reliability, response time, transmission distance and alert accuracy.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Prototype:</a:t>
            </a:r>
            <a:endParaRPr lang="en-IN" alt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Untitled-17-1024x57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4675"/>
          </a:xfrm>
        </p:spPr>
        <p:txBody>
          <a:bodyPr>
            <a:normAutofit fontScale="90000"/>
          </a:bodyPr>
          <a:p>
            <a:r>
              <a:rPr lang="en-IN" alt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altLang="en-US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4265"/>
            <a:ext cx="10515600" cy="5073015"/>
          </a:xfrm>
        </p:spPr>
        <p:txBody>
          <a:bodyPr/>
          <a:p>
            <a:r>
              <a:rPr lang="en-IN" altLang="en-US"/>
              <a:t>Modules</a:t>
            </a:r>
            <a:endParaRPr lang="en-IN" altLang="en-US"/>
          </a:p>
          <a:p>
            <a:endParaRPr lang="en-IN" altLang="en-US"/>
          </a:p>
        </p:txBody>
      </p:sp>
      <p:pic>
        <p:nvPicPr>
          <p:cNvPr id="8" name="Picture 7" descr="MPU6050-Modu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17320"/>
            <a:ext cx="3459480" cy="2306320"/>
          </a:xfrm>
          <a:prstGeom prst="rect">
            <a:avLst/>
          </a:prstGeom>
        </p:spPr>
      </p:pic>
      <p:pic>
        <p:nvPicPr>
          <p:cNvPr id="9" name="Picture 8" descr="im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2018030"/>
            <a:ext cx="2670810" cy="1411605"/>
          </a:xfrm>
          <a:prstGeom prst="rect">
            <a:avLst/>
          </a:prstGeom>
        </p:spPr>
      </p:pic>
      <p:pic>
        <p:nvPicPr>
          <p:cNvPr id="10" name="Picture 9" descr="IR-speed-sensor-mod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80" y="1499870"/>
            <a:ext cx="2223770" cy="2223770"/>
          </a:xfrm>
          <a:prstGeom prst="rect">
            <a:avLst/>
          </a:prstGeom>
        </p:spPr>
      </p:pic>
      <p:pic>
        <p:nvPicPr>
          <p:cNvPr id="11" name="Picture 10" descr="10-500x500"/>
          <p:cNvPicPr>
            <a:picLocks noChangeAspect="1"/>
          </p:cNvPicPr>
          <p:nvPr/>
        </p:nvPicPr>
        <p:blipFill>
          <a:blip r:embed="rId4"/>
          <a:srcRect t="20800" b="18667"/>
          <a:stretch>
            <a:fillRect/>
          </a:stretch>
        </p:blipFill>
        <p:spPr>
          <a:xfrm>
            <a:off x="680720" y="4195445"/>
            <a:ext cx="3038475" cy="1839595"/>
          </a:xfrm>
          <a:prstGeom prst="rect">
            <a:avLst/>
          </a:prstGeom>
        </p:spPr>
      </p:pic>
      <p:pic>
        <p:nvPicPr>
          <p:cNvPr id="12" name="Picture 11" descr="IR-Sensor-Module_491b1f69-c09d-446d-80ba-db29e136f1b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195" y="3723640"/>
            <a:ext cx="2671445" cy="26714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8840"/>
          </a:xfrm>
        </p:spPr>
        <p:txBody>
          <a:bodyPr/>
          <a:p>
            <a:r>
              <a:rPr lang="en-IN" altLang="en-US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Results:</a:t>
            </a:r>
            <a:endParaRPr lang="en-IN" altLang="en-US"/>
          </a:p>
        </p:txBody>
      </p:sp>
      <p:pic>
        <p:nvPicPr>
          <p:cNvPr id="6" name="Content Placeholder 5" descr="WhatsApp Image 2026-10-05 at 9.45.01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31035" y="1845945"/>
            <a:ext cx="8329295" cy="3477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891280" y="2919730"/>
            <a:ext cx="5252720" cy="862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50" b="1">
                <a:solidFill>
                  <a:srgbClr val="17365D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  <a:r>
              <a:rPr sz="6000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THANK </a:t>
            </a:r>
            <a:r>
              <a:rPr lang="en-IN" sz="6000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 </a:t>
            </a:r>
            <a:r>
              <a:rPr sz="6000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YOU</a:t>
            </a:r>
            <a:endParaRPr lang="en-IN" altLang="en-US" sz="6000" b="1" dirty="0">
              <a:solidFill>
                <a:srgbClr val="17365D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7741</Words>
  <Application>WPS Presentation</Application>
  <PresentationFormat>Widescreen</PresentationFormat>
  <Paragraphs>184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Times New Roman</vt:lpstr>
      <vt:lpstr>Calibri Light</vt:lpstr>
      <vt:lpstr>Microsoft YaHei</vt:lpstr>
      <vt:lpstr>Arial Unicode MS</vt:lpstr>
      <vt:lpstr>Calibri</vt:lpstr>
      <vt:lpstr>Calibri</vt:lpstr>
      <vt:lpstr>Arial</vt:lpstr>
      <vt:lpstr>Office Theme</vt:lpstr>
      <vt:lpstr>                        Application Development Vehicle To Vehicle Communication  Batch Number : 7    IOT ALPHA   </vt:lpstr>
      <vt:lpstr>PowerPoint 演示文稿</vt:lpstr>
      <vt:lpstr>INTRODUCTION</vt:lpstr>
      <vt:lpstr>LITERATURE SURVEY</vt:lpstr>
      <vt:lpstr>SYSTEM ANALYSIS</vt:lpstr>
      <vt:lpstr>MODULES DESCRIPTION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Detection Using Convolutional Neural Networks</dc:title>
  <dc:creator>T VaruN</dc:creator>
  <cp:lastModifiedBy>Ch Bhageerath05</cp:lastModifiedBy>
  <cp:revision>18</cp:revision>
  <dcterms:created xsi:type="dcterms:W3CDTF">2020-02-20T06:08:00Z</dcterms:created>
  <dcterms:modified xsi:type="dcterms:W3CDTF">2026-10-05T16:18:57Z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BFBD0B4FC6A14DBA9A479DE3CD170D75</vt:lpwstr>
  </property>
</Properties>
</file>